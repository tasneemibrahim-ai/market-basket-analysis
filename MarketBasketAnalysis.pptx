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724" y="185302"/>
            <a:ext cx="17629149" cy="9916397"/>
          </a:xfrm>
          <a:custGeom>
            <a:avLst/>
            <a:gdLst/>
            <a:ahLst/>
            <a:cxnLst/>
            <a:rect r="r" b="b" t="t" l="l"/>
            <a:pathLst>
              <a:path h="9916397" w="17629149">
                <a:moveTo>
                  <a:pt x="0" y="0"/>
                </a:moveTo>
                <a:lnTo>
                  <a:pt x="17629150" y="0"/>
                </a:lnTo>
                <a:lnTo>
                  <a:pt x="17629150" y="9916396"/>
                </a:lnTo>
                <a:lnTo>
                  <a:pt x="0" y="9916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981" cy="10287000"/>
            <a:chOff x="0" y="0"/>
            <a:chExt cx="2438397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19" t="0" r="-3219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" r="0" b="-1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819150"/>
            <a:ext cx="16268357" cy="8439150"/>
            <a:chOff x="0" y="0"/>
            <a:chExt cx="21691143" cy="11252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91092" cy="11252200"/>
            </a:xfrm>
            <a:custGeom>
              <a:avLst/>
              <a:gdLst/>
              <a:ahLst/>
              <a:cxnLst/>
              <a:rect r="r" b="b" t="t" l="l"/>
              <a:pathLst>
                <a:path h="11252200" w="21691092">
                  <a:moveTo>
                    <a:pt x="0" y="0"/>
                  </a:moveTo>
                  <a:lnTo>
                    <a:pt x="21691092" y="0"/>
                  </a:lnTo>
                  <a:lnTo>
                    <a:pt x="21691092" y="11252200"/>
                  </a:lnTo>
                  <a:lnTo>
                    <a:pt x="0" y="11252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" r="0" b="-2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819150"/>
            <a:ext cx="15486812" cy="8057712"/>
            <a:chOff x="0" y="0"/>
            <a:chExt cx="20649082" cy="10743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49057" cy="10743565"/>
            </a:xfrm>
            <a:custGeom>
              <a:avLst/>
              <a:gdLst/>
              <a:ahLst/>
              <a:cxnLst/>
              <a:rect r="r" b="b" t="t" l="l"/>
              <a:pathLst>
                <a:path h="10743565" w="20649057">
                  <a:moveTo>
                    <a:pt x="0" y="0"/>
                  </a:moveTo>
                  <a:lnTo>
                    <a:pt x="20649057" y="0"/>
                  </a:lnTo>
                  <a:lnTo>
                    <a:pt x="20649057" y="10743565"/>
                  </a:lnTo>
                  <a:lnTo>
                    <a:pt x="0" y="10743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8" r="0" b="-1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125825" cy="8040719"/>
            <a:chOff x="0" y="0"/>
            <a:chExt cx="21501100" cy="10720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01100" cy="10720959"/>
            </a:xfrm>
            <a:custGeom>
              <a:avLst/>
              <a:gdLst/>
              <a:ahLst/>
              <a:cxnLst/>
              <a:rect r="r" b="b" t="t" l="l"/>
              <a:pathLst>
                <a:path h="10720959" w="21501100">
                  <a:moveTo>
                    <a:pt x="0" y="0"/>
                  </a:moveTo>
                  <a:lnTo>
                    <a:pt x="21501100" y="0"/>
                  </a:lnTo>
                  <a:lnTo>
                    <a:pt x="21501100" y="10720959"/>
                  </a:lnTo>
                  <a:lnTo>
                    <a:pt x="0" y="10720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8" r="0" b="-88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625" y="257175"/>
            <a:ext cx="17068800" cy="8526228"/>
            <a:chOff x="0" y="0"/>
            <a:chExt cx="22758400" cy="11368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8400" cy="11368278"/>
            </a:xfrm>
            <a:custGeom>
              <a:avLst/>
              <a:gdLst/>
              <a:ahLst/>
              <a:cxnLst/>
              <a:rect r="r" b="b" t="t" l="l"/>
              <a:pathLst>
                <a:path h="11368278" w="22758400">
                  <a:moveTo>
                    <a:pt x="0" y="0"/>
                  </a:moveTo>
                  <a:lnTo>
                    <a:pt x="22758400" y="0"/>
                  </a:lnTo>
                  <a:lnTo>
                    <a:pt x="22758400" y="11368278"/>
                  </a:lnTo>
                  <a:lnTo>
                    <a:pt x="0" y="1136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6" r="0" b="-787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625" y="885358"/>
            <a:ext cx="16125825" cy="7708087"/>
            <a:chOff x="0" y="0"/>
            <a:chExt cx="21501100" cy="10277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01100" cy="10277475"/>
            </a:xfrm>
            <a:custGeom>
              <a:avLst/>
              <a:gdLst/>
              <a:ahLst/>
              <a:cxnLst/>
              <a:rect r="r" b="b" t="t" l="l"/>
              <a:pathLst>
                <a:path h="10277475" w="21501100">
                  <a:moveTo>
                    <a:pt x="0" y="0"/>
                  </a:moveTo>
                  <a:lnTo>
                    <a:pt x="21501100" y="0"/>
                  </a:lnTo>
                  <a:lnTo>
                    <a:pt x="21501100" y="10277475"/>
                  </a:lnTo>
                  <a:lnTo>
                    <a:pt x="0" y="10277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8" r="0" b="-87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625" y="647700"/>
            <a:ext cx="16125301" cy="8167364"/>
            <a:chOff x="0" y="0"/>
            <a:chExt cx="21500402" cy="108898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00464" cy="10889869"/>
            </a:xfrm>
            <a:custGeom>
              <a:avLst/>
              <a:gdLst/>
              <a:ahLst/>
              <a:cxnLst/>
              <a:rect r="r" b="b" t="t" l="l"/>
              <a:pathLst>
                <a:path h="10889869" w="21500464">
                  <a:moveTo>
                    <a:pt x="0" y="0"/>
                  </a:moveTo>
                  <a:lnTo>
                    <a:pt x="21500464" y="0"/>
                  </a:lnTo>
                  <a:lnTo>
                    <a:pt x="21500464" y="10889869"/>
                  </a:lnTo>
                  <a:lnTo>
                    <a:pt x="0" y="1088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7" r="0" b="-87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625" y="573453"/>
            <a:ext cx="16206749" cy="8347138"/>
            <a:chOff x="0" y="0"/>
            <a:chExt cx="21608999" cy="11129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09050" cy="11129518"/>
            </a:xfrm>
            <a:custGeom>
              <a:avLst/>
              <a:gdLst/>
              <a:ahLst/>
              <a:cxnLst/>
              <a:rect r="r" b="b" t="t" l="l"/>
              <a:pathLst>
                <a:path h="11129518" w="21609050">
                  <a:moveTo>
                    <a:pt x="0" y="0"/>
                  </a:moveTo>
                  <a:lnTo>
                    <a:pt x="21609050" y="0"/>
                  </a:lnTo>
                  <a:lnTo>
                    <a:pt x="21609050" y="11129518"/>
                  </a:lnTo>
                  <a:lnTo>
                    <a:pt x="0" y="11129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" r="0" b="-75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371475"/>
            <a:ext cx="16230286" cy="8410413"/>
            <a:chOff x="0" y="0"/>
            <a:chExt cx="21640381" cy="112138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419" cy="11213846"/>
            </a:xfrm>
            <a:custGeom>
              <a:avLst/>
              <a:gdLst/>
              <a:ahLst/>
              <a:cxnLst/>
              <a:rect r="r" b="b" t="t" l="l"/>
              <a:pathLst>
                <a:path h="11213846" w="21640419">
                  <a:moveTo>
                    <a:pt x="0" y="0"/>
                  </a:moveTo>
                  <a:lnTo>
                    <a:pt x="21640419" y="0"/>
                  </a:lnTo>
                  <a:lnTo>
                    <a:pt x="21640419" y="11213846"/>
                  </a:lnTo>
                  <a:lnTo>
                    <a:pt x="0" y="11213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DAHIho2DLKo</dc:identifier>
  <dcterms:modified xsi:type="dcterms:W3CDTF">2011-08-01T06:04:30Z</dcterms:modified>
  <cp:revision>1</cp:revision>
  <dc:title>MarketBasketAnalysisDecodedpptx.pptx</dc:title>
</cp:coreProperties>
</file>